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Poppi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Poppins-bold.fntdata"/><Relationship Id="rId10" Type="http://schemas.openxmlformats.org/officeDocument/2006/relationships/slide" Target="slides/slide5.xml"/><Relationship Id="rId21" Type="http://schemas.openxmlformats.org/officeDocument/2006/relationships/font" Target="fonts/Poppins-regular.fntdata"/><Relationship Id="rId13" Type="http://schemas.openxmlformats.org/officeDocument/2006/relationships/slide" Target="slides/slide8.xml"/><Relationship Id="rId24" Type="http://schemas.openxmlformats.org/officeDocument/2006/relationships/font" Target="fonts/Poppins-boldItalic.fntdata"/><Relationship Id="rId12" Type="http://schemas.openxmlformats.org/officeDocument/2006/relationships/slide" Target="slides/slide7.xml"/><Relationship Id="rId23" Type="http://schemas.openxmlformats.org/officeDocument/2006/relationships/font" Target="fonts/Poppi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fa3dcd40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fa3dcd40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fa3dcd40f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fa3dcd40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7fa3dcd40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7fa3dcd40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7fa3dcd40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7fa3dcd40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fa3dcd40f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7fa3dcd40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7fa3dcd40f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7fa3dcd40f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fa3dcd40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fa3dcd40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fa3dcd40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7fa3dcd40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fa3dcd40f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fa3dcd40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fa3dcd40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7fa3dcd40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fa3dcd40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7fa3dcd40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fa3dcd40f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fa3dcd40f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1babfb1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1babfb1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fa3dcd40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fa3dcd40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AMD.PS.S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79825" y="33163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Details</a:t>
            </a:r>
            <a:endParaRPr sz="18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540825" y="3778025"/>
            <a:ext cx="30000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name -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Team leader name -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Problem Statement -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Brief about the idea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65" name="Google Shape;65;p14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Opportunities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15"/>
          <p:cNvSpPr txBox="1"/>
          <p:nvPr>
            <p:ph idx="1" type="subTitle"/>
          </p:nvPr>
        </p:nvSpPr>
        <p:spPr>
          <a:xfrm>
            <a:off x="311700" y="2192150"/>
            <a:ext cx="8520600" cy="25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</a:t>
            </a: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311700" y="1192175"/>
            <a:ext cx="85206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different is it from any of the other existing ideas?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will it be able to solve the problem?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USP of the proposed solution</a:t>
            </a:r>
            <a:endParaRPr/>
          </a:p>
        </p:txBody>
      </p:sp>
      <p:pic>
        <p:nvPicPr>
          <p:cNvPr id="74" name="Google Shape;74;p15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List of features offered by the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6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2" name="Google Shape;82;p16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Process flow diagram or Use-case diagram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7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0" name="Google Shape;90;p17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Wireframes/Mock diagrams of the proposed solution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18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8" name="Google Shape;98;p18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Architecture diagram of the proposed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19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6" name="Google Shape;106;p19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Technologies to be used in the solution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20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4" name="Google Shape;114;p20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0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Usage of AMD Products/Solutions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21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" name="Google Shape;122;p21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Estimated implementation cost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p22"/>
          <p:cNvSpPr txBox="1"/>
          <p:nvPr>
            <p:ph idx="1" type="subTitle"/>
          </p:nvPr>
        </p:nvSpPr>
        <p:spPr>
          <a:xfrm>
            <a:off x="311700" y="1249775"/>
            <a:ext cx="8520600" cy="35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0" name="Google Shape;130;p22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idx="1" type="subTitle"/>
          </p:nvPr>
        </p:nvSpPr>
        <p:spPr>
          <a:xfrm>
            <a:off x="311700" y="1926000"/>
            <a:ext cx="8520600" cy="28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p23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Prototype Assets (Optional)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311700" y="1192175"/>
            <a:ext cx="8520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GitHub Public Repository Link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➔"/>
            </a:pPr>
            <a:r>
              <a:rPr lang="en-GB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 Video Link (Max: 3 Minutes)</a:t>
            </a:r>
            <a:endParaRPr/>
          </a:p>
        </p:txBody>
      </p:sp>
      <p:pic>
        <p:nvPicPr>
          <p:cNvPr id="139" name="Google Shape;139;p23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3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/>
          <p:nvPr>
            <p:ph idx="1" type="subTitle"/>
          </p:nvPr>
        </p:nvSpPr>
        <p:spPr>
          <a:xfrm>
            <a:off x="311700" y="1285750"/>
            <a:ext cx="8520600" cy="348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latin typeface="Poppins"/>
                <a:ea typeface="Poppins"/>
                <a:cs typeface="Poppins"/>
                <a:sym typeface="Poppins"/>
              </a:rPr>
              <a:t>Type here</a:t>
            </a:r>
            <a:endParaRPr sz="13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6" name="Google Shape;146;p24"/>
          <p:cNvSpPr txBox="1"/>
          <p:nvPr>
            <p:ph type="ctrTitle"/>
          </p:nvPr>
        </p:nvSpPr>
        <p:spPr>
          <a:xfrm>
            <a:off x="311700" y="744575"/>
            <a:ext cx="85206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1620">
                <a:latin typeface="Poppins"/>
                <a:ea typeface="Poppins"/>
                <a:cs typeface="Poppins"/>
                <a:sym typeface="Poppins"/>
              </a:rPr>
              <a:t>Add as per the requirements of the contest</a:t>
            </a:r>
            <a:endParaRPr b="1" sz="1620"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7" name="Google Shape;147;p24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4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5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5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26" title="AMD.PS.S2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26" title="AMD.PS.S11.png"/>
          <p:cNvPicPr preferRelativeResize="0"/>
          <p:nvPr/>
        </p:nvPicPr>
        <p:blipFill rotWithShape="1">
          <a:blip r:embed="rId4">
            <a:alphaModFix/>
          </a:blip>
          <a:srcRect b="0" l="0" r="0"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7" title="AMD.PS.S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