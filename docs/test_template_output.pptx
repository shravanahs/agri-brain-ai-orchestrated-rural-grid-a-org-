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Poppins-regular.fntdata"/><Relationship Id="rId22" Type="http://schemas.openxmlformats.org/officeDocument/2006/relationships/font" Target="fonts/Poppins-bold.fntdata"/><Relationship Id="rId23" Type="http://schemas.openxmlformats.org/officeDocument/2006/relationships/font" Target="fonts/Poppins-italic.fntdata"/><Relationship Id="rId24" Type="http://schemas.openxmlformats.org/officeDocument/2006/relationships/font" Target="fonts/Poppins-boldItalic.fntdata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3dcd40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babfb1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2192150"/>
            <a:ext cx="8520600" cy="25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  <a:endParaRPr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Wireframes/Mock diagrams of the proposed solution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Estimated implementation cost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311700" y="1926000"/>
            <a:ext cx="8520600" cy="28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Layout 0: TITLE - Placeholder 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Layout 0: TITLE - Placeholder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1: SECTION_HEADER - Placeholder 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2: TITLE_AND_BODY - Placeholder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Layout 2: TITLE_AND_BODY - Placeholder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3: TITLE_AND_TWO_COLUMNS - Placeholder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Layout 3: TITLE_AND_TWO_COLUMNS - Placeholder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Layout 3: TITLE_AND_TWO_COLUMNS - Placeholder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4: TITLE_ONLY - Placeholder 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5: ONE_COLUMN_TEXT - Placeholder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Layout 5: ONE_COLUMN_TEXT - Placeholder 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6: MAIN_POINT - Placeholder 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7: SECTION_TITLE_AND_DESCRIPTION - Placeholder 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Layout 7: SECTION_TITLE_AND_DESCRIPTION - Placeholder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Layout 7: SECTION_TITLE_AND_DESCRIPTION - Placeholder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Layout 8: CAPTION_ONLY - Placeholder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9: BIG_NUMBER - Placeholder 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Layout 9: BIG_NUMBER - Placeholder 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